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fe7b0c52849d5" /><Relationship Type="http://schemas.openxmlformats.org/officeDocument/2006/relationships/extended-properties" Target="/docProps/app.xml" Id="Re3a38a86e91b4cc7" /><Relationship Type="http://schemas.openxmlformats.org/officeDocument/2006/relationships/officeDocument" Target="/ppt/presentation.xml" Id="R1f745deb37a2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3566fff944bb8"/>
  </p:sldMasterIdLst>
  <p:notesMasterIdLst>
    <p:notesMasterId xmlns:r="http://schemas.openxmlformats.org/officeDocument/2006/relationships" r:id="R2cff4e79e98b4e6b"/>
  </p:notesMasterIdLst>
  <p:sldIdLst>
    <p:sldId xmlns:r="http://schemas.openxmlformats.org/officeDocument/2006/relationships" id="256" r:id="R119a1e13e5f44a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11704950794cf8" /><Relationship Type="http://schemas.openxmlformats.org/officeDocument/2006/relationships/slideMaster" Target="/ppt/slideMasters/slideMaster1.xml" Id="Rb1a3566fff944bb8" /><Relationship Type="http://schemas.openxmlformats.org/officeDocument/2006/relationships/notesMaster" Target="/ppt/notesMasters/notesMaster1.xml" Id="R2cff4e79e98b4e6b" /><Relationship Type="http://schemas.openxmlformats.org/officeDocument/2006/relationships/presProps" Target="/ppt/presProps.xml" Id="R9537aad2a30847ff" /><Relationship Type="http://schemas.openxmlformats.org/officeDocument/2006/relationships/tableStyles" Target="/ppt/tableStyles.xml" Id="Rd41cf8304a4f465c" /><Relationship Type="http://schemas.openxmlformats.org/officeDocument/2006/relationships/slide" Target="/ppt/slides/slide1.xml" Id="R119a1e13e5f44a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0669f7f2c49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a1019f8734b39" /><Relationship Type="http://schemas.openxmlformats.org/officeDocument/2006/relationships/notesMaster" Target="/ppt/notesMasters/notesMaster1.xml" Id="Re77e29108ee2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abcb4b4494d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e648a4a5fb478d" /><Relationship Type="http://schemas.openxmlformats.org/officeDocument/2006/relationships/slideLayout" Target="/ppt/slideLayouts/slideLayout1.xml" Id="R9b637994724c4e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637994724c4e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6661844a64157" /><Relationship Type="http://schemas.openxmlformats.org/officeDocument/2006/relationships/notesSlide" Target="/ppt/notesSlides/notesSlide1.xml" Id="Rc4a8dd331f2741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70D41-11A2-4A17-8540-DD1F998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357011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2026-07-28T08:18:34.5820000Z</dcterms:created>
  <dcterms:modified xsi:type="dcterms:W3CDTF">2026-07-28T08:18:34.5820000Z</dcterms:modified>
</coreProperties>
</file>